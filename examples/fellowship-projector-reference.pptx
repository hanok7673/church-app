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https://unsplash.com/photos/silhouette-of-a-person-raising-hands-towards-the-stage-LMnfrGANEoM (background image; Melissa Askew · Unsplash; Unsplash License)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https://unsplash.com/photos/silhouette-of-a-person-raising-hands-towards-the-stage-LMnfrGANEoM (background image; Melissa Askew · Unsplash; Unsplash License)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https://unsplash.com/photos/tranquil-lake-reflecting-mountains-and-trees-under-clear-sky-98nNRJRvsIY (background image; Pascal Debrunner · Unsplash; Unsplash License)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https://unsplash.com/photos/an-open-book-illuminated-by-warm-light-XoC3KhKTVuo (background image; kristina juicesho · Unsplash; Unsplash License)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https://unsplash.com/photos/opened-bible-sqyQNuOUl8g (background image; wisconsinpictures · Unsplash; Unsplash License)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https://unsplash.com/photos/tranquil-lake-reflecting-mountains-and-trees-under-clear-sky-98nNRJRvsIY (background image; Pascal Debrunner · Unsplash; Unsplash License)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jbaj/OneDrive/Documents/church app/.tmp/fellowship-projector-qa/assets/worshi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6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0624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Melissa Askew · Unsplash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77240" y="14173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शनिबार फेलोशिप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1371600" y="2761488"/>
            <a:ext cx="9445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4D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परमेश्वरको प्रेममा स्थिर रहौँ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5221224" y="3822192"/>
            <a:ext cx="1737360" cy="0"/>
          </a:xfrm>
          <a:prstGeom prst="line">
            <a:avLst/>
          </a:prstGeom>
          <a:noFill/>
          <a:ln w="38100">
            <a:solidFill>
              <a:srgbClr val="D6B9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05840" y="4160520"/>
            <a:ext cx="10177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3F6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२०८३ भदौ ८  ·  वचन सेवक: पास्टर नमूना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3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jbaj/OneDrive/Documents/church app/.tmp/fellowship-projector-qa/assets/worshi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6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0624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Melissa Askew · Unsplash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5836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20" kern="0" dirty="0">
                <a:solidFill>
                  <a:srgbClr val="D6B9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भजन १ · सुरुवात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58368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उहाँको प्रेम महान् छ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658368" y="1536192"/>
            <a:ext cx="1005840" cy="0"/>
          </a:xfrm>
          <a:prstGeom prst="line">
            <a:avLst/>
          </a:prstGeom>
          <a:noFill/>
          <a:ln w="38100">
            <a:solidFill>
              <a:srgbClr val="D6B9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1874520"/>
            <a:ext cx="10543032" cy="38404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12700" dir="2700000">
              <a:srgbClr val="000000">
                <a:alpha val="40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उहाँको प्रेम महान् छ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हरेक बिहान नयाँ छ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हामी एक स्वरमा गाउँछौँ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येशूको महिमा सदा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4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jbaj/OneDrive/Documents/church app/.tmp/fellowship-projector-qa/assets/pe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6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0624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Pascal Debrunner · Unsplash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5836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20" kern="0" dirty="0">
                <a:solidFill>
                  <a:srgbClr val="D6B9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कोरस ३७ · आराधना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58368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विश्वासमा अघि बढौँ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658368" y="1536192"/>
            <a:ext cx="1005840" cy="0"/>
          </a:xfrm>
          <a:prstGeom prst="line">
            <a:avLst/>
          </a:prstGeom>
          <a:noFill/>
          <a:ln w="38100">
            <a:solidFill>
              <a:srgbClr val="D6B9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1874520"/>
            <a:ext cx="10543032" cy="38404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12700" dir="2700000">
              <a:srgbClr val="000000">
                <a:alpha val="40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डरलाई छोडी अघि बढौँ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उहाँको हात समातौँ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आशाको ज्योति बोकेर</a:t>
            </a:r>
            <a:endParaRPr lang="en-US" sz="4000" dirty="0"/>
          </a:p>
          <a:p>
            <a:pPr algn="ctr"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विश्वासमा दृढ रहौँ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B3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jbaj/OneDrive/Documents/church app/.tmp/fellowship-projector-qa/assets/wo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6">
              <a:alpha val="4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0624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kristina juicesho · Unsplash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5836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20" kern="0" dirty="0">
                <a:solidFill>
                  <a:srgbClr val="D6B9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यूहन्ना ३:१६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58368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परमेश्वरको प्रेम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658368" y="1536192"/>
            <a:ext cx="1005840" cy="0"/>
          </a:xfrm>
          <a:prstGeom prst="line">
            <a:avLst/>
          </a:prstGeom>
          <a:noFill/>
          <a:ln w="38100">
            <a:solidFill>
              <a:srgbClr val="D6B9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1874520"/>
            <a:ext cx="10543032" cy="38404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12700" dir="2700000">
              <a:srgbClr val="000000">
                <a:alpha val="40000"/>
              </a:srgbClr>
            </a:outerShdw>
          </a:effectLst>
        </p:spPr>
        <p:txBody>
          <a:bodyPr wrap="square" lIns="2540" tIns="2540" rIns="2540" bIns="2540" rtlCol="0" anchor="ctr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१६  किनभने परमेश्वरले संसारलाई यस्तो प्रेम गर्नुभयो कि उहाँले आफ्ना एकमात्र पुत्र दिनुभयो, ताकि उहाँमाथि विश्वास गर्ने कोही पनि नाश नहोस्, तर उसले अनन्त जीवन पाओस्।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3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jbaj/OneDrive/Documents/church app/.tmp/fellowship-projector-qa/assets/scrip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6">
              <a:alpha val="3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0624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wisconsinpictures · Unsplash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5836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20" kern="0" dirty="0">
                <a:solidFill>
                  <a:srgbClr val="D6B97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यूहन्ना ३:१७ · जारी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58368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परमेश्वरको प्रेम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658368" y="1536192"/>
            <a:ext cx="1005840" cy="0"/>
          </a:xfrm>
          <a:prstGeom prst="line">
            <a:avLst/>
          </a:prstGeom>
          <a:noFill/>
          <a:ln w="38100">
            <a:solidFill>
              <a:srgbClr val="D6B9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1874520"/>
            <a:ext cx="10543032" cy="38404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12700" dir="2700000">
              <a:srgbClr val="000000">
                <a:alpha val="40000"/>
              </a:srgbClr>
            </a:outerShdw>
          </a:effectLst>
        </p:spPr>
        <p:txBody>
          <a:bodyPr wrap="square" lIns="2540" tIns="2540" rIns="2540" bIns="2540" rtlCol="0" anchor="ctr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१७  किनकि परमेश्वरले संसारलाई दोषी ठहराउन होइन, तर संसार उहाँद्वारा बचाइयोस् भनेर आफ्ना पुत्रलाई संसारमा पठाउनुभयो।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4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jbaj/OneDrive/Documents/church app/.tmp/fellowship-projector-qa/assets/pe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6">
              <a:alpha val="5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0624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C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Pascal Debrunner · Unsplash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005840" y="1965960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परमेश्वरको प्रेममा स्थिर रहौँ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1463040" y="3429000"/>
            <a:ext cx="9262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4D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सुनेको वचनलाई जीवनमा लागू गरौँ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irmala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irmala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Church 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शनिबार फेलोशिप</dc:title>
  <dc:subject>Projector slide generator visual QA</dc:subject>
  <dc:creator>Church App</dc:creator>
  <cp:lastModifiedBy>Church App</cp:lastModifiedBy>
  <cp:revision>1</cp:revision>
  <dcterms:created xsi:type="dcterms:W3CDTF">2026-08-24T05:43:07Z</dcterms:created>
  <dcterms:modified xsi:type="dcterms:W3CDTF">2026-08-24T05:43:07Z</dcterms:modified>
</cp:coreProperties>
</file>